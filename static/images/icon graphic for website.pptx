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33BA"/>
    <a:srgbClr val="49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62"/>
    <p:restoredTop sz="94694"/>
  </p:normalViewPr>
  <p:slideViewPr>
    <p:cSldViewPr snapToGrid="0" snapToObjects="1" showGuides="1">
      <p:cViewPr varScale="1">
        <p:scale>
          <a:sx n="95" d="100"/>
          <a:sy n="95" d="100"/>
        </p:scale>
        <p:origin x="192" y="6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A1BE27-8585-934D-9A3E-6DBD471EC68B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5DE8C2-46EF-C94A-BB38-33D5330CEC05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D6B667E7-CC9C-7045-B082-B86D92686338}" type="parTrans" cxnId="{9DA8E61E-ABFB-9743-A91E-116136B42875}">
      <dgm:prSet/>
      <dgm:spPr/>
      <dgm:t>
        <a:bodyPr/>
        <a:lstStyle/>
        <a:p>
          <a:endParaRPr lang="en-US"/>
        </a:p>
      </dgm:t>
    </dgm:pt>
    <dgm:pt modelId="{946265C1-6D8B-7B44-A5E1-CFED294E1FF9}" type="sibTrans" cxnId="{9DA8E61E-ABFB-9743-A91E-116136B42875}">
      <dgm:prSet/>
      <dgm:spPr>
        <a:solidFill>
          <a:srgbClr val="4937FF"/>
        </a:solidFill>
        <a:ln>
          <a:solidFill>
            <a:srgbClr val="4937FF"/>
          </a:solidFill>
        </a:ln>
      </dgm:spPr>
      <dgm:t>
        <a:bodyPr/>
        <a:lstStyle/>
        <a:p>
          <a:endParaRPr lang="en-US"/>
        </a:p>
      </dgm:t>
    </dgm:pt>
    <dgm:pt modelId="{9F5D020A-930A-7748-9249-7A495284B53C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580533E6-3A4A-F640-B33D-A9E7CA13C6BE}" type="parTrans" cxnId="{9D080368-BDAD-2E40-9D61-0268EEBCF489}">
      <dgm:prSet/>
      <dgm:spPr/>
      <dgm:t>
        <a:bodyPr/>
        <a:lstStyle/>
        <a:p>
          <a:endParaRPr lang="en-US"/>
        </a:p>
      </dgm:t>
    </dgm:pt>
    <dgm:pt modelId="{3B4BD402-F6C8-C34B-8338-5B0DDCCF70D9}" type="sibTrans" cxnId="{9D080368-BDAD-2E40-9D61-0268EEBCF489}">
      <dgm:prSet/>
      <dgm:spPr>
        <a:solidFill>
          <a:srgbClr val="4937FF"/>
        </a:solidFill>
        <a:ln>
          <a:solidFill>
            <a:srgbClr val="4937FF"/>
          </a:solidFill>
        </a:ln>
      </dgm:spPr>
      <dgm:t>
        <a:bodyPr/>
        <a:lstStyle/>
        <a:p>
          <a:endParaRPr lang="en-US"/>
        </a:p>
      </dgm:t>
    </dgm:pt>
    <dgm:pt modelId="{46982C2B-4E68-D64F-92A0-586A2A4E0B32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510023EB-4AB4-A540-BF0B-E763D53E6471}" type="parTrans" cxnId="{B10E5901-E610-784D-B237-37221D2D9A26}">
      <dgm:prSet/>
      <dgm:spPr/>
      <dgm:t>
        <a:bodyPr/>
        <a:lstStyle/>
        <a:p>
          <a:endParaRPr lang="en-US"/>
        </a:p>
      </dgm:t>
    </dgm:pt>
    <dgm:pt modelId="{B24C4B38-0FDA-C74D-95D7-408C3E4FF5F0}" type="sibTrans" cxnId="{B10E5901-E610-784D-B237-37221D2D9A26}">
      <dgm:prSet/>
      <dgm:spPr>
        <a:solidFill>
          <a:srgbClr val="4937FF"/>
        </a:solidFill>
        <a:ln>
          <a:solidFill>
            <a:srgbClr val="4937FF"/>
          </a:solidFill>
        </a:ln>
      </dgm:spPr>
      <dgm:t>
        <a:bodyPr/>
        <a:lstStyle/>
        <a:p>
          <a:endParaRPr lang="en-US"/>
        </a:p>
      </dgm:t>
    </dgm:pt>
    <dgm:pt modelId="{A41097E1-5F7E-D144-A9D7-2FBD932F16E7}" type="pres">
      <dgm:prSet presAssocID="{C6A1BE27-8585-934D-9A3E-6DBD471EC68B}" presName="cycle" presStyleCnt="0">
        <dgm:presLayoutVars>
          <dgm:dir/>
          <dgm:resizeHandles val="exact"/>
        </dgm:presLayoutVars>
      </dgm:prSet>
      <dgm:spPr/>
    </dgm:pt>
    <dgm:pt modelId="{2AC30CCF-48F9-F94F-8A38-9F9473E87A55}" type="pres">
      <dgm:prSet presAssocID="{A45DE8C2-46EF-C94A-BB38-33D5330CEC05}" presName="dummy" presStyleCnt="0"/>
      <dgm:spPr/>
    </dgm:pt>
    <dgm:pt modelId="{E11F90E8-5265-E941-814C-917917C66AE7}" type="pres">
      <dgm:prSet presAssocID="{A45DE8C2-46EF-C94A-BB38-33D5330CEC05}" presName="node" presStyleLbl="revTx" presStyleIdx="0" presStyleCnt="3">
        <dgm:presLayoutVars>
          <dgm:bulletEnabled val="1"/>
        </dgm:presLayoutVars>
      </dgm:prSet>
      <dgm:spPr/>
    </dgm:pt>
    <dgm:pt modelId="{C391997F-1F0A-C743-91F8-31C6201C0280}" type="pres">
      <dgm:prSet presAssocID="{946265C1-6D8B-7B44-A5E1-CFED294E1FF9}" presName="sibTrans" presStyleLbl="node1" presStyleIdx="0" presStyleCnt="3" custScaleX="99320" custScaleY="99320"/>
      <dgm:spPr/>
    </dgm:pt>
    <dgm:pt modelId="{4B396FB2-5776-EA47-8372-59244D93E5D6}" type="pres">
      <dgm:prSet presAssocID="{9F5D020A-930A-7748-9249-7A495284B53C}" presName="dummy" presStyleCnt="0"/>
      <dgm:spPr/>
    </dgm:pt>
    <dgm:pt modelId="{B89E1495-C8D7-C84E-9BDC-AD01C585937E}" type="pres">
      <dgm:prSet presAssocID="{9F5D020A-930A-7748-9249-7A495284B53C}" presName="node" presStyleLbl="revTx" presStyleIdx="1" presStyleCnt="3">
        <dgm:presLayoutVars>
          <dgm:bulletEnabled val="1"/>
        </dgm:presLayoutVars>
      </dgm:prSet>
      <dgm:spPr/>
    </dgm:pt>
    <dgm:pt modelId="{D33081EC-A7D3-5F4A-BA39-400ECDBBEF2C}" type="pres">
      <dgm:prSet presAssocID="{3B4BD402-F6C8-C34B-8338-5B0DDCCF70D9}" presName="sibTrans" presStyleLbl="node1" presStyleIdx="1" presStyleCnt="3"/>
      <dgm:spPr/>
    </dgm:pt>
    <dgm:pt modelId="{9E691687-7DDC-7E42-96E0-C438994CCC4A}" type="pres">
      <dgm:prSet presAssocID="{46982C2B-4E68-D64F-92A0-586A2A4E0B32}" presName="dummy" presStyleCnt="0"/>
      <dgm:spPr/>
    </dgm:pt>
    <dgm:pt modelId="{26AF856B-61D7-E14E-96E2-CF12D2B51764}" type="pres">
      <dgm:prSet presAssocID="{46982C2B-4E68-D64F-92A0-586A2A4E0B32}" presName="node" presStyleLbl="revTx" presStyleIdx="2" presStyleCnt="3">
        <dgm:presLayoutVars>
          <dgm:bulletEnabled val="1"/>
        </dgm:presLayoutVars>
      </dgm:prSet>
      <dgm:spPr/>
    </dgm:pt>
    <dgm:pt modelId="{E4926503-7C80-F346-B057-D5ED32FD2A38}" type="pres">
      <dgm:prSet presAssocID="{B24C4B38-0FDA-C74D-95D7-408C3E4FF5F0}" presName="sibTrans" presStyleLbl="node1" presStyleIdx="2" presStyleCnt="3"/>
      <dgm:spPr/>
    </dgm:pt>
  </dgm:ptLst>
  <dgm:cxnLst>
    <dgm:cxn modelId="{B10E5901-E610-784D-B237-37221D2D9A26}" srcId="{C6A1BE27-8585-934D-9A3E-6DBD471EC68B}" destId="{46982C2B-4E68-D64F-92A0-586A2A4E0B32}" srcOrd="2" destOrd="0" parTransId="{510023EB-4AB4-A540-BF0B-E763D53E6471}" sibTransId="{B24C4B38-0FDA-C74D-95D7-408C3E4FF5F0}"/>
    <dgm:cxn modelId="{9DA8E61E-ABFB-9743-A91E-116136B42875}" srcId="{C6A1BE27-8585-934D-9A3E-6DBD471EC68B}" destId="{A45DE8C2-46EF-C94A-BB38-33D5330CEC05}" srcOrd="0" destOrd="0" parTransId="{D6B667E7-CC9C-7045-B082-B86D92686338}" sibTransId="{946265C1-6D8B-7B44-A5E1-CFED294E1FF9}"/>
    <dgm:cxn modelId="{9A2D162F-C6AF-AF4F-A348-D42FF4E845DA}" type="presOf" srcId="{9F5D020A-930A-7748-9249-7A495284B53C}" destId="{B89E1495-C8D7-C84E-9BDC-AD01C585937E}" srcOrd="0" destOrd="0" presId="urn:microsoft.com/office/officeart/2005/8/layout/cycle1"/>
    <dgm:cxn modelId="{037CE935-553B-AD4C-B69B-D8B58A3AF046}" type="presOf" srcId="{C6A1BE27-8585-934D-9A3E-6DBD471EC68B}" destId="{A41097E1-5F7E-D144-A9D7-2FBD932F16E7}" srcOrd="0" destOrd="0" presId="urn:microsoft.com/office/officeart/2005/8/layout/cycle1"/>
    <dgm:cxn modelId="{7F66183A-A83E-FC4C-83E4-01CAD94A1CA9}" type="presOf" srcId="{3B4BD402-F6C8-C34B-8338-5B0DDCCF70D9}" destId="{D33081EC-A7D3-5F4A-BA39-400ECDBBEF2C}" srcOrd="0" destOrd="0" presId="urn:microsoft.com/office/officeart/2005/8/layout/cycle1"/>
    <dgm:cxn modelId="{FF9ABE47-5897-6148-AF34-51C5FCF9B527}" type="presOf" srcId="{946265C1-6D8B-7B44-A5E1-CFED294E1FF9}" destId="{C391997F-1F0A-C743-91F8-31C6201C0280}" srcOrd="0" destOrd="0" presId="urn:microsoft.com/office/officeart/2005/8/layout/cycle1"/>
    <dgm:cxn modelId="{3107A860-AF6E-AC44-A9BE-0E47CADB24EC}" type="presOf" srcId="{A45DE8C2-46EF-C94A-BB38-33D5330CEC05}" destId="{E11F90E8-5265-E941-814C-917917C66AE7}" srcOrd="0" destOrd="0" presId="urn:microsoft.com/office/officeart/2005/8/layout/cycle1"/>
    <dgm:cxn modelId="{8C37AB61-7B44-2847-ABB4-CD7543A36BBE}" type="presOf" srcId="{B24C4B38-0FDA-C74D-95D7-408C3E4FF5F0}" destId="{E4926503-7C80-F346-B057-D5ED32FD2A38}" srcOrd="0" destOrd="0" presId="urn:microsoft.com/office/officeart/2005/8/layout/cycle1"/>
    <dgm:cxn modelId="{9D080368-BDAD-2E40-9D61-0268EEBCF489}" srcId="{C6A1BE27-8585-934D-9A3E-6DBD471EC68B}" destId="{9F5D020A-930A-7748-9249-7A495284B53C}" srcOrd="1" destOrd="0" parTransId="{580533E6-3A4A-F640-B33D-A9E7CA13C6BE}" sibTransId="{3B4BD402-F6C8-C34B-8338-5B0DDCCF70D9}"/>
    <dgm:cxn modelId="{825DFCA8-2C17-D24F-A32B-1BEBADF5E195}" type="presOf" srcId="{46982C2B-4E68-D64F-92A0-586A2A4E0B32}" destId="{26AF856B-61D7-E14E-96E2-CF12D2B51764}" srcOrd="0" destOrd="0" presId="urn:microsoft.com/office/officeart/2005/8/layout/cycle1"/>
    <dgm:cxn modelId="{C264F02F-1FE6-224C-8AC0-21878566C6AD}" type="presParOf" srcId="{A41097E1-5F7E-D144-A9D7-2FBD932F16E7}" destId="{2AC30CCF-48F9-F94F-8A38-9F9473E87A55}" srcOrd="0" destOrd="0" presId="urn:microsoft.com/office/officeart/2005/8/layout/cycle1"/>
    <dgm:cxn modelId="{98DDFCDD-6260-8E43-BFA0-680EE664CE0E}" type="presParOf" srcId="{A41097E1-5F7E-D144-A9D7-2FBD932F16E7}" destId="{E11F90E8-5265-E941-814C-917917C66AE7}" srcOrd="1" destOrd="0" presId="urn:microsoft.com/office/officeart/2005/8/layout/cycle1"/>
    <dgm:cxn modelId="{D6DF5808-2AD2-504B-94BB-EF8D98A8C4F5}" type="presParOf" srcId="{A41097E1-5F7E-D144-A9D7-2FBD932F16E7}" destId="{C391997F-1F0A-C743-91F8-31C6201C0280}" srcOrd="2" destOrd="0" presId="urn:microsoft.com/office/officeart/2005/8/layout/cycle1"/>
    <dgm:cxn modelId="{0DEC769C-D3A9-4543-8953-8868B70EAD6C}" type="presParOf" srcId="{A41097E1-5F7E-D144-A9D7-2FBD932F16E7}" destId="{4B396FB2-5776-EA47-8372-59244D93E5D6}" srcOrd="3" destOrd="0" presId="urn:microsoft.com/office/officeart/2005/8/layout/cycle1"/>
    <dgm:cxn modelId="{EC066466-70E8-4B40-A420-70B5490562CB}" type="presParOf" srcId="{A41097E1-5F7E-D144-A9D7-2FBD932F16E7}" destId="{B89E1495-C8D7-C84E-9BDC-AD01C585937E}" srcOrd="4" destOrd="0" presId="urn:microsoft.com/office/officeart/2005/8/layout/cycle1"/>
    <dgm:cxn modelId="{6A7537C5-6124-2B4D-ABC7-B57C40ABA302}" type="presParOf" srcId="{A41097E1-5F7E-D144-A9D7-2FBD932F16E7}" destId="{D33081EC-A7D3-5F4A-BA39-400ECDBBEF2C}" srcOrd="5" destOrd="0" presId="urn:microsoft.com/office/officeart/2005/8/layout/cycle1"/>
    <dgm:cxn modelId="{50A1DC7A-CFA2-7F48-AA4B-1FE7C444FD33}" type="presParOf" srcId="{A41097E1-5F7E-D144-A9D7-2FBD932F16E7}" destId="{9E691687-7DDC-7E42-96E0-C438994CCC4A}" srcOrd="6" destOrd="0" presId="urn:microsoft.com/office/officeart/2005/8/layout/cycle1"/>
    <dgm:cxn modelId="{ED2C78DC-D86A-4A40-ADA3-D4871D1D9291}" type="presParOf" srcId="{A41097E1-5F7E-D144-A9D7-2FBD932F16E7}" destId="{26AF856B-61D7-E14E-96E2-CF12D2B51764}" srcOrd="7" destOrd="0" presId="urn:microsoft.com/office/officeart/2005/8/layout/cycle1"/>
    <dgm:cxn modelId="{B1A130EA-2B55-9145-8AC9-3040E8DA476F}" type="presParOf" srcId="{A41097E1-5F7E-D144-A9D7-2FBD932F16E7}" destId="{E4926503-7C80-F346-B057-D5ED32FD2A38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A1BE27-8585-934D-9A3E-6DBD471EC68B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5DE8C2-46EF-C94A-BB38-33D5330CEC05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D6B667E7-CC9C-7045-B082-B86D92686338}" type="parTrans" cxnId="{9DA8E61E-ABFB-9743-A91E-116136B42875}">
      <dgm:prSet/>
      <dgm:spPr/>
      <dgm:t>
        <a:bodyPr/>
        <a:lstStyle/>
        <a:p>
          <a:endParaRPr lang="en-US"/>
        </a:p>
      </dgm:t>
    </dgm:pt>
    <dgm:pt modelId="{946265C1-6D8B-7B44-A5E1-CFED294E1FF9}" type="sibTrans" cxnId="{9DA8E61E-ABFB-9743-A91E-116136B42875}">
      <dgm:prSet/>
      <dgm:spPr>
        <a:solidFill>
          <a:srgbClr val="0233BA"/>
        </a:solidFill>
        <a:ln>
          <a:solidFill>
            <a:srgbClr val="4937FF"/>
          </a:solidFill>
        </a:ln>
      </dgm:spPr>
      <dgm:t>
        <a:bodyPr/>
        <a:lstStyle/>
        <a:p>
          <a:endParaRPr lang="en-US"/>
        </a:p>
      </dgm:t>
    </dgm:pt>
    <dgm:pt modelId="{9F5D020A-930A-7748-9249-7A495284B53C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580533E6-3A4A-F640-B33D-A9E7CA13C6BE}" type="parTrans" cxnId="{9D080368-BDAD-2E40-9D61-0268EEBCF489}">
      <dgm:prSet/>
      <dgm:spPr/>
      <dgm:t>
        <a:bodyPr/>
        <a:lstStyle/>
        <a:p>
          <a:endParaRPr lang="en-US"/>
        </a:p>
      </dgm:t>
    </dgm:pt>
    <dgm:pt modelId="{3B4BD402-F6C8-C34B-8338-5B0DDCCF70D9}" type="sibTrans" cxnId="{9D080368-BDAD-2E40-9D61-0268EEBCF489}">
      <dgm:prSet/>
      <dgm:spPr>
        <a:solidFill>
          <a:srgbClr val="0233BA"/>
        </a:solidFill>
        <a:ln>
          <a:solidFill>
            <a:srgbClr val="4937FF"/>
          </a:solidFill>
        </a:ln>
      </dgm:spPr>
      <dgm:t>
        <a:bodyPr/>
        <a:lstStyle/>
        <a:p>
          <a:endParaRPr lang="en-US"/>
        </a:p>
      </dgm:t>
    </dgm:pt>
    <dgm:pt modelId="{46982C2B-4E68-D64F-92A0-586A2A4E0B32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510023EB-4AB4-A540-BF0B-E763D53E6471}" type="parTrans" cxnId="{B10E5901-E610-784D-B237-37221D2D9A26}">
      <dgm:prSet/>
      <dgm:spPr/>
      <dgm:t>
        <a:bodyPr/>
        <a:lstStyle/>
        <a:p>
          <a:endParaRPr lang="en-US"/>
        </a:p>
      </dgm:t>
    </dgm:pt>
    <dgm:pt modelId="{B24C4B38-0FDA-C74D-95D7-408C3E4FF5F0}" type="sibTrans" cxnId="{B10E5901-E610-784D-B237-37221D2D9A26}">
      <dgm:prSet/>
      <dgm:spPr>
        <a:solidFill>
          <a:srgbClr val="0233BA"/>
        </a:solidFill>
        <a:ln>
          <a:solidFill>
            <a:srgbClr val="4937FF"/>
          </a:solidFill>
        </a:ln>
      </dgm:spPr>
      <dgm:t>
        <a:bodyPr/>
        <a:lstStyle/>
        <a:p>
          <a:endParaRPr lang="en-US"/>
        </a:p>
      </dgm:t>
    </dgm:pt>
    <dgm:pt modelId="{A41097E1-5F7E-D144-A9D7-2FBD932F16E7}" type="pres">
      <dgm:prSet presAssocID="{C6A1BE27-8585-934D-9A3E-6DBD471EC68B}" presName="cycle" presStyleCnt="0">
        <dgm:presLayoutVars>
          <dgm:dir/>
          <dgm:resizeHandles val="exact"/>
        </dgm:presLayoutVars>
      </dgm:prSet>
      <dgm:spPr/>
    </dgm:pt>
    <dgm:pt modelId="{2AC30CCF-48F9-F94F-8A38-9F9473E87A55}" type="pres">
      <dgm:prSet presAssocID="{A45DE8C2-46EF-C94A-BB38-33D5330CEC05}" presName="dummy" presStyleCnt="0"/>
      <dgm:spPr/>
    </dgm:pt>
    <dgm:pt modelId="{E11F90E8-5265-E941-814C-917917C66AE7}" type="pres">
      <dgm:prSet presAssocID="{A45DE8C2-46EF-C94A-BB38-33D5330CEC05}" presName="node" presStyleLbl="revTx" presStyleIdx="0" presStyleCnt="3">
        <dgm:presLayoutVars>
          <dgm:bulletEnabled val="1"/>
        </dgm:presLayoutVars>
      </dgm:prSet>
      <dgm:spPr/>
    </dgm:pt>
    <dgm:pt modelId="{C391997F-1F0A-C743-91F8-31C6201C0280}" type="pres">
      <dgm:prSet presAssocID="{946265C1-6D8B-7B44-A5E1-CFED294E1FF9}" presName="sibTrans" presStyleLbl="node1" presStyleIdx="0" presStyleCnt="3" custScaleX="99320" custScaleY="99320"/>
      <dgm:spPr/>
    </dgm:pt>
    <dgm:pt modelId="{4B396FB2-5776-EA47-8372-59244D93E5D6}" type="pres">
      <dgm:prSet presAssocID="{9F5D020A-930A-7748-9249-7A495284B53C}" presName="dummy" presStyleCnt="0"/>
      <dgm:spPr/>
    </dgm:pt>
    <dgm:pt modelId="{B89E1495-C8D7-C84E-9BDC-AD01C585937E}" type="pres">
      <dgm:prSet presAssocID="{9F5D020A-930A-7748-9249-7A495284B53C}" presName="node" presStyleLbl="revTx" presStyleIdx="1" presStyleCnt="3">
        <dgm:presLayoutVars>
          <dgm:bulletEnabled val="1"/>
        </dgm:presLayoutVars>
      </dgm:prSet>
      <dgm:spPr/>
    </dgm:pt>
    <dgm:pt modelId="{D33081EC-A7D3-5F4A-BA39-400ECDBBEF2C}" type="pres">
      <dgm:prSet presAssocID="{3B4BD402-F6C8-C34B-8338-5B0DDCCF70D9}" presName="sibTrans" presStyleLbl="node1" presStyleIdx="1" presStyleCnt="3"/>
      <dgm:spPr/>
    </dgm:pt>
    <dgm:pt modelId="{9E691687-7DDC-7E42-96E0-C438994CCC4A}" type="pres">
      <dgm:prSet presAssocID="{46982C2B-4E68-D64F-92A0-586A2A4E0B32}" presName="dummy" presStyleCnt="0"/>
      <dgm:spPr/>
    </dgm:pt>
    <dgm:pt modelId="{26AF856B-61D7-E14E-96E2-CF12D2B51764}" type="pres">
      <dgm:prSet presAssocID="{46982C2B-4E68-D64F-92A0-586A2A4E0B32}" presName="node" presStyleLbl="revTx" presStyleIdx="2" presStyleCnt="3">
        <dgm:presLayoutVars>
          <dgm:bulletEnabled val="1"/>
        </dgm:presLayoutVars>
      </dgm:prSet>
      <dgm:spPr/>
    </dgm:pt>
    <dgm:pt modelId="{E4926503-7C80-F346-B057-D5ED32FD2A38}" type="pres">
      <dgm:prSet presAssocID="{B24C4B38-0FDA-C74D-95D7-408C3E4FF5F0}" presName="sibTrans" presStyleLbl="node1" presStyleIdx="2" presStyleCnt="3"/>
      <dgm:spPr/>
    </dgm:pt>
  </dgm:ptLst>
  <dgm:cxnLst>
    <dgm:cxn modelId="{B10E5901-E610-784D-B237-37221D2D9A26}" srcId="{C6A1BE27-8585-934D-9A3E-6DBD471EC68B}" destId="{46982C2B-4E68-D64F-92A0-586A2A4E0B32}" srcOrd="2" destOrd="0" parTransId="{510023EB-4AB4-A540-BF0B-E763D53E6471}" sibTransId="{B24C4B38-0FDA-C74D-95D7-408C3E4FF5F0}"/>
    <dgm:cxn modelId="{9DA8E61E-ABFB-9743-A91E-116136B42875}" srcId="{C6A1BE27-8585-934D-9A3E-6DBD471EC68B}" destId="{A45DE8C2-46EF-C94A-BB38-33D5330CEC05}" srcOrd="0" destOrd="0" parTransId="{D6B667E7-CC9C-7045-B082-B86D92686338}" sibTransId="{946265C1-6D8B-7B44-A5E1-CFED294E1FF9}"/>
    <dgm:cxn modelId="{9A2D162F-C6AF-AF4F-A348-D42FF4E845DA}" type="presOf" srcId="{9F5D020A-930A-7748-9249-7A495284B53C}" destId="{B89E1495-C8D7-C84E-9BDC-AD01C585937E}" srcOrd="0" destOrd="0" presId="urn:microsoft.com/office/officeart/2005/8/layout/cycle1"/>
    <dgm:cxn modelId="{037CE935-553B-AD4C-B69B-D8B58A3AF046}" type="presOf" srcId="{C6A1BE27-8585-934D-9A3E-6DBD471EC68B}" destId="{A41097E1-5F7E-D144-A9D7-2FBD932F16E7}" srcOrd="0" destOrd="0" presId="urn:microsoft.com/office/officeart/2005/8/layout/cycle1"/>
    <dgm:cxn modelId="{7F66183A-A83E-FC4C-83E4-01CAD94A1CA9}" type="presOf" srcId="{3B4BD402-F6C8-C34B-8338-5B0DDCCF70D9}" destId="{D33081EC-A7D3-5F4A-BA39-400ECDBBEF2C}" srcOrd="0" destOrd="0" presId="urn:microsoft.com/office/officeart/2005/8/layout/cycle1"/>
    <dgm:cxn modelId="{FF9ABE47-5897-6148-AF34-51C5FCF9B527}" type="presOf" srcId="{946265C1-6D8B-7B44-A5E1-CFED294E1FF9}" destId="{C391997F-1F0A-C743-91F8-31C6201C0280}" srcOrd="0" destOrd="0" presId="urn:microsoft.com/office/officeart/2005/8/layout/cycle1"/>
    <dgm:cxn modelId="{3107A860-AF6E-AC44-A9BE-0E47CADB24EC}" type="presOf" srcId="{A45DE8C2-46EF-C94A-BB38-33D5330CEC05}" destId="{E11F90E8-5265-E941-814C-917917C66AE7}" srcOrd="0" destOrd="0" presId="urn:microsoft.com/office/officeart/2005/8/layout/cycle1"/>
    <dgm:cxn modelId="{8C37AB61-7B44-2847-ABB4-CD7543A36BBE}" type="presOf" srcId="{B24C4B38-0FDA-C74D-95D7-408C3E4FF5F0}" destId="{E4926503-7C80-F346-B057-D5ED32FD2A38}" srcOrd="0" destOrd="0" presId="urn:microsoft.com/office/officeart/2005/8/layout/cycle1"/>
    <dgm:cxn modelId="{9D080368-BDAD-2E40-9D61-0268EEBCF489}" srcId="{C6A1BE27-8585-934D-9A3E-6DBD471EC68B}" destId="{9F5D020A-930A-7748-9249-7A495284B53C}" srcOrd="1" destOrd="0" parTransId="{580533E6-3A4A-F640-B33D-A9E7CA13C6BE}" sibTransId="{3B4BD402-F6C8-C34B-8338-5B0DDCCF70D9}"/>
    <dgm:cxn modelId="{825DFCA8-2C17-D24F-A32B-1BEBADF5E195}" type="presOf" srcId="{46982C2B-4E68-D64F-92A0-586A2A4E0B32}" destId="{26AF856B-61D7-E14E-96E2-CF12D2B51764}" srcOrd="0" destOrd="0" presId="urn:microsoft.com/office/officeart/2005/8/layout/cycle1"/>
    <dgm:cxn modelId="{C264F02F-1FE6-224C-8AC0-21878566C6AD}" type="presParOf" srcId="{A41097E1-5F7E-D144-A9D7-2FBD932F16E7}" destId="{2AC30CCF-48F9-F94F-8A38-9F9473E87A55}" srcOrd="0" destOrd="0" presId="urn:microsoft.com/office/officeart/2005/8/layout/cycle1"/>
    <dgm:cxn modelId="{98DDFCDD-6260-8E43-BFA0-680EE664CE0E}" type="presParOf" srcId="{A41097E1-5F7E-D144-A9D7-2FBD932F16E7}" destId="{E11F90E8-5265-E941-814C-917917C66AE7}" srcOrd="1" destOrd="0" presId="urn:microsoft.com/office/officeart/2005/8/layout/cycle1"/>
    <dgm:cxn modelId="{D6DF5808-2AD2-504B-94BB-EF8D98A8C4F5}" type="presParOf" srcId="{A41097E1-5F7E-D144-A9D7-2FBD932F16E7}" destId="{C391997F-1F0A-C743-91F8-31C6201C0280}" srcOrd="2" destOrd="0" presId="urn:microsoft.com/office/officeart/2005/8/layout/cycle1"/>
    <dgm:cxn modelId="{0DEC769C-D3A9-4543-8953-8868B70EAD6C}" type="presParOf" srcId="{A41097E1-5F7E-D144-A9D7-2FBD932F16E7}" destId="{4B396FB2-5776-EA47-8372-59244D93E5D6}" srcOrd="3" destOrd="0" presId="urn:microsoft.com/office/officeart/2005/8/layout/cycle1"/>
    <dgm:cxn modelId="{EC066466-70E8-4B40-A420-70B5490562CB}" type="presParOf" srcId="{A41097E1-5F7E-D144-A9D7-2FBD932F16E7}" destId="{B89E1495-C8D7-C84E-9BDC-AD01C585937E}" srcOrd="4" destOrd="0" presId="urn:microsoft.com/office/officeart/2005/8/layout/cycle1"/>
    <dgm:cxn modelId="{6A7537C5-6124-2B4D-ABC7-B57C40ABA302}" type="presParOf" srcId="{A41097E1-5F7E-D144-A9D7-2FBD932F16E7}" destId="{D33081EC-A7D3-5F4A-BA39-400ECDBBEF2C}" srcOrd="5" destOrd="0" presId="urn:microsoft.com/office/officeart/2005/8/layout/cycle1"/>
    <dgm:cxn modelId="{50A1DC7A-CFA2-7F48-AA4B-1FE7C444FD33}" type="presParOf" srcId="{A41097E1-5F7E-D144-A9D7-2FBD932F16E7}" destId="{9E691687-7DDC-7E42-96E0-C438994CCC4A}" srcOrd="6" destOrd="0" presId="urn:microsoft.com/office/officeart/2005/8/layout/cycle1"/>
    <dgm:cxn modelId="{ED2C78DC-D86A-4A40-ADA3-D4871D1D9291}" type="presParOf" srcId="{A41097E1-5F7E-D144-A9D7-2FBD932F16E7}" destId="{26AF856B-61D7-E14E-96E2-CF12D2B51764}" srcOrd="7" destOrd="0" presId="urn:microsoft.com/office/officeart/2005/8/layout/cycle1"/>
    <dgm:cxn modelId="{B1A130EA-2B55-9145-8AC9-3040E8DA476F}" type="presParOf" srcId="{A41097E1-5F7E-D144-A9D7-2FBD932F16E7}" destId="{E4926503-7C80-F346-B057-D5ED32FD2A38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1F90E8-5265-E941-814C-917917C66AE7}">
      <dsp:nvSpPr>
        <dsp:cNvPr id="0" name=""/>
        <dsp:cNvSpPr/>
      </dsp:nvSpPr>
      <dsp:spPr>
        <a:xfrm>
          <a:off x="3607955" y="302799"/>
          <a:ext cx="1549390" cy="1549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3607955" y="302799"/>
        <a:ext cx="1549390" cy="1549390"/>
      </dsp:txXfrm>
    </dsp:sp>
    <dsp:sp modelId="{C391997F-1F0A-C743-91F8-31C6201C0280}">
      <dsp:nvSpPr>
        <dsp:cNvPr id="0" name=""/>
        <dsp:cNvSpPr/>
      </dsp:nvSpPr>
      <dsp:spPr>
        <a:xfrm>
          <a:off x="1262541" y="10970"/>
          <a:ext cx="3636377" cy="3636377"/>
        </a:xfrm>
        <a:prstGeom prst="circularArrow">
          <a:avLst>
            <a:gd name="adj1" fmla="val 8252"/>
            <a:gd name="adj2" fmla="val 576426"/>
            <a:gd name="adj3" fmla="val 2962443"/>
            <a:gd name="adj4" fmla="val 52669"/>
            <a:gd name="adj5" fmla="val 9627"/>
          </a:avLst>
        </a:prstGeom>
        <a:solidFill>
          <a:srgbClr val="4937FF"/>
        </a:solidFill>
        <a:ln w="12700" cap="flat" cmpd="sng" algn="ctr">
          <a:solidFill>
            <a:srgbClr val="4937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9E1495-C8D7-C84E-9BDC-AD01C585937E}">
      <dsp:nvSpPr>
        <dsp:cNvPr id="0" name=""/>
        <dsp:cNvSpPr/>
      </dsp:nvSpPr>
      <dsp:spPr>
        <a:xfrm>
          <a:off x="2306035" y="2557791"/>
          <a:ext cx="1549390" cy="1549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2306035" y="2557791"/>
        <a:ext cx="1549390" cy="1549390"/>
      </dsp:txXfrm>
    </dsp:sp>
    <dsp:sp modelId="{D33081EC-A7D3-5F4A-BA39-400ECDBBEF2C}">
      <dsp:nvSpPr>
        <dsp:cNvPr id="0" name=""/>
        <dsp:cNvSpPr/>
      </dsp:nvSpPr>
      <dsp:spPr>
        <a:xfrm>
          <a:off x="1250093" y="-1478"/>
          <a:ext cx="3661274" cy="3661274"/>
        </a:xfrm>
        <a:prstGeom prst="circularArrow">
          <a:avLst>
            <a:gd name="adj1" fmla="val 8252"/>
            <a:gd name="adj2" fmla="val 576426"/>
            <a:gd name="adj3" fmla="val 10170905"/>
            <a:gd name="adj4" fmla="val 7261132"/>
            <a:gd name="adj5" fmla="val 9627"/>
          </a:avLst>
        </a:prstGeom>
        <a:solidFill>
          <a:srgbClr val="4937FF"/>
        </a:solidFill>
        <a:ln w="12700" cap="flat" cmpd="sng" algn="ctr">
          <a:solidFill>
            <a:srgbClr val="4937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F856B-61D7-E14E-96E2-CF12D2B51764}">
      <dsp:nvSpPr>
        <dsp:cNvPr id="0" name=""/>
        <dsp:cNvSpPr/>
      </dsp:nvSpPr>
      <dsp:spPr>
        <a:xfrm>
          <a:off x="1004114" y="302799"/>
          <a:ext cx="1549390" cy="1549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1004114" y="302799"/>
        <a:ext cx="1549390" cy="1549390"/>
      </dsp:txXfrm>
    </dsp:sp>
    <dsp:sp modelId="{E4926503-7C80-F346-B057-D5ED32FD2A38}">
      <dsp:nvSpPr>
        <dsp:cNvPr id="0" name=""/>
        <dsp:cNvSpPr/>
      </dsp:nvSpPr>
      <dsp:spPr>
        <a:xfrm>
          <a:off x="1250093" y="-1478"/>
          <a:ext cx="3661274" cy="3661274"/>
        </a:xfrm>
        <a:prstGeom prst="circularArrow">
          <a:avLst>
            <a:gd name="adj1" fmla="val 8252"/>
            <a:gd name="adj2" fmla="val 576426"/>
            <a:gd name="adj3" fmla="val 16855402"/>
            <a:gd name="adj4" fmla="val 14968173"/>
            <a:gd name="adj5" fmla="val 9627"/>
          </a:avLst>
        </a:prstGeom>
        <a:solidFill>
          <a:srgbClr val="4937FF"/>
        </a:solidFill>
        <a:ln w="12700" cap="flat" cmpd="sng" algn="ctr">
          <a:solidFill>
            <a:srgbClr val="4937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1F90E8-5265-E941-814C-917917C66AE7}">
      <dsp:nvSpPr>
        <dsp:cNvPr id="0" name=""/>
        <dsp:cNvSpPr/>
      </dsp:nvSpPr>
      <dsp:spPr>
        <a:xfrm>
          <a:off x="3607955" y="302799"/>
          <a:ext cx="1549390" cy="1549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3607955" y="302799"/>
        <a:ext cx="1549390" cy="1549390"/>
      </dsp:txXfrm>
    </dsp:sp>
    <dsp:sp modelId="{C391997F-1F0A-C743-91F8-31C6201C0280}">
      <dsp:nvSpPr>
        <dsp:cNvPr id="0" name=""/>
        <dsp:cNvSpPr/>
      </dsp:nvSpPr>
      <dsp:spPr>
        <a:xfrm>
          <a:off x="1262541" y="10970"/>
          <a:ext cx="3636377" cy="3636377"/>
        </a:xfrm>
        <a:prstGeom prst="circularArrow">
          <a:avLst>
            <a:gd name="adj1" fmla="val 8252"/>
            <a:gd name="adj2" fmla="val 576426"/>
            <a:gd name="adj3" fmla="val 2962443"/>
            <a:gd name="adj4" fmla="val 52669"/>
            <a:gd name="adj5" fmla="val 9627"/>
          </a:avLst>
        </a:prstGeom>
        <a:solidFill>
          <a:srgbClr val="0233BA"/>
        </a:solidFill>
        <a:ln w="12700" cap="flat" cmpd="sng" algn="ctr">
          <a:solidFill>
            <a:srgbClr val="4937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9E1495-C8D7-C84E-9BDC-AD01C585937E}">
      <dsp:nvSpPr>
        <dsp:cNvPr id="0" name=""/>
        <dsp:cNvSpPr/>
      </dsp:nvSpPr>
      <dsp:spPr>
        <a:xfrm>
          <a:off x="2306035" y="2557791"/>
          <a:ext cx="1549390" cy="1549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2306035" y="2557791"/>
        <a:ext cx="1549390" cy="1549390"/>
      </dsp:txXfrm>
    </dsp:sp>
    <dsp:sp modelId="{D33081EC-A7D3-5F4A-BA39-400ECDBBEF2C}">
      <dsp:nvSpPr>
        <dsp:cNvPr id="0" name=""/>
        <dsp:cNvSpPr/>
      </dsp:nvSpPr>
      <dsp:spPr>
        <a:xfrm>
          <a:off x="1250093" y="-1478"/>
          <a:ext cx="3661274" cy="3661274"/>
        </a:xfrm>
        <a:prstGeom prst="circularArrow">
          <a:avLst>
            <a:gd name="adj1" fmla="val 8252"/>
            <a:gd name="adj2" fmla="val 576426"/>
            <a:gd name="adj3" fmla="val 10170905"/>
            <a:gd name="adj4" fmla="val 7261132"/>
            <a:gd name="adj5" fmla="val 9627"/>
          </a:avLst>
        </a:prstGeom>
        <a:solidFill>
          <a:srgbClr val="0233BA"/>
        </a:solidFill>
        <a:ln w="12700" cap="flat" cmpd="sng" algn="ctr">
          <a:solidFill>
            <a:srgbClr val="4937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F856B-61D7-E14E-96E2-CF12D2B51764}">
      <dsp:nvSpPr>
        <dsp:cNvPr id="0" name=""/>
        <dsp:cNvSpPr/>
      </dsp:nvSpPr>
      <dsp:spPr>
        <a:xfrm>
          <a:off x="1004114" y="302799"/>
          <a:ext cx="1549390" cy="1549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 </a:t>
          </a:r>
        </a:p>
      </dsp:txBody>
      <dsp:txXfrm>
        <a:off x="1004114" y="302799"/>
        <a:ext cx="1549390" cy="1549390"/>
      </dsp:txXfrm>
    </dsp:sp>
    <dsp:sp modelId="{E4926503-7C80-F346-B057-D5ED32FD2A38}">
      <dsp:nvSpPr>
        <dsp:cNvPr id="0" name=""/>
        <dsp:cNvSpPr/>
      </dsp:nvSpPr>
      <dsp:spPr>
        <a:xfrm>
          <a:off x="1250093" y="-1478"/>
          <a:ext cx="3661274" cy="3661274"/>
        </a:xfrm>
        <a:prstGeom prst="circularArrow">
          <a:avLst>
            <a:gd name="adj1" fmla="val 8252"/>
            <a:gd name="adj2" fmla="val 576426"/>
            <a:gd name="adj3" fmla="val 16855402"/>
            <a:gd name="adj4" fmla="val 14968173"/>
            <a:gd name="adj5" fmla="val 9627"/>
          </a:avLst>
        </a:prstGeom>
        <a:solidFill>
          <a:srgbClr val="0233BA"/>
        </a:solidFill>
        <a:ln w="12700" cap="flat" cmpd="sng" algn="ctr">
          <a:solidFill>
            <a:srgbClr val="4937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05040-2BB8-F840-86A2-81514E775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B43AEB-3BB9-E44D-9C6E-8E05DCB6C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7815D-EC24-4F49-A62A-B6E8E447B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01B99-3F92-7842-9C73-C69829A9865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A0B85-0C51-D749-A32C-EFB6D7C3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235D7-427E-524F-8046-E5F1A6B30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D0FC-0D1A-0347-8412-A1E6DDE9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307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DAED-C733-BD40-97BC-7B14A388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CB95A-CF94-654E-8450-6997DE377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C99AA-66D9-4D41-8B30-45754B0C4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01B99-3F92-7842-9C73-C69829A9865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CFBA7-DF55-D042-AA17-187A9DB39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81A0C-5C11-3D4C-80A0-D0A58E3D2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D0FC-0D1A-0347-8412-A1E6DDE9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25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08705-36BA-DD49-AD25-5A807D44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5474A-F015-7D46-B2AF-989EA5CEB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8089-F457-FC45-BD8E-CACD6B70F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01B99-3F92-7842-9C73-C69829A9865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AE169-E1BE-A24C-B395-DDFE01000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E4F49-A521-F44E-B0C6-0196C22C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D0FC-0D1A-0347-8412-A1E6DDE9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61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BCD33-5D31-C646-8AB8-165DE3552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D7924-FDAB-D548-B203-1E148F042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168A8-B9B5-CE4F-8C1C-7F688702C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F1673-69B0-334A-A399-C2484B39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01B99-3F92-7842-9C73-C69829A9865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6E45C-5FFC-084F-B42C-074D923EB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58983-9966-024B-B8A7-9597B9A2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D0FC-0D1A-0347-8412-A1E6DDE9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02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3A4C8-99D0-604C-8CE1-80D806291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1C013-6A19-FC4F-A6AB-FEF97F6C8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F3001-FB6A-2244-9BC7-F5268380F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3AA501-39D1-2340-B8E3-0A9F0F8343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C2A27F-31C0-A242-87F4-0556CF1E9E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BE081D-3D4A-2D4B-964F-F7CD49262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01B99-3F92-7842-9C73-C69829A9865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FE53B-FC11-0243-A0EE-9B40D8D69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C7F525-6BE1-C84A-83DA-ED6315A2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D0FC-0D1A-0347-8412-A1E6DDE9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92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621A3-603A-EF40-9ECC-70EE7EAC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3524E0-A7D3-F94F-A869-E9478AD9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01B99-3F92-7842-9C73-C69829A9865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014E99-EC13-B94B-BA6C-5B0D193C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9FA7E6-4E0D-2840-9C57-D536C1785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D0FC-0D1A-0347-8412-A1E6DDE9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00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FE65BF-BB89-0745-842A-EBB5FDB3C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01B99-3F92-7842-9C73-C69829A9865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4A592C-C4DA-4641-889F-F05E06081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AFFA3-7493-2149-B443-83D41BB71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D0FC-0D1A-0347-8412-A1E6DDE9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85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5E63-FF4E-234B-B551-1925EE9B9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061E3-AEC7-B84D-9FE8-77BA9EB7B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7CAA9-2C3F-8D42-AD20-23AE2BCAD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8E220-F0ED-294F-A5F2-AA5A501C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01B99-3F92-7842-9C73-C69829A9865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07314-4252-054A-A340-8660198CA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29EFD-4E35-3147-8309-43A9264EE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D0FC-0D1A-0347-8412-A1E6DDE9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18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C784E-88A5-044A-8C4D-75F1AD84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A93B48-8756-6649-BA9D-B8030690F7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0AC40-1EDA-1645-8973-9C355F8BA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5889A-EB67-914A-AD7E-5D90DB09B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01B99-3F92-7842-9C73-C69829A9865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52134-3473-D64C-B5E0-875B3E284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CC239-E51B-FA4A-8EB1-C8F87F28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D0FC-0D1A-0347-8412-A1E6DDE9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16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5FC38-C7A0-C844-A8C9-537A6FD41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D8955-2035-FD49-8489-023644BDE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34A36-8DEC-E948-ABB4-FF8C0B22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01B99-3F92-7842-9C73-C69829A9865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15FD2-B099-D54C-8AB0-1AC905EB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BCE10-00A2-FF42-BDFE-55EFEECF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D0FC-0D1A-0347-8412-A1E6DDE9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21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5161BA-72EC-4E41-819F-C7066BDC94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244F7-AC10-8E4A-86C8-10654B1B5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7C19F-C8DD-3144-B02A-3ADF339B9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01B99-3F92-7842-9C73-C69829A9865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74231-D1D1-1F44-BFC0-561202B2D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A15F-28BE-6541-9638-012A0B7E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D0FC-0D1A-0347-8412-A1E6DDE9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5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9C5002-F113-5D42-A3A9-80DDA962C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1C553-03BB-8346-8909-2586AC0E7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28901-8606-D940-ADCA-DB9A1DE4A6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01B99-3F92-7842-9C73-C69829A98653}" type="datetimeFigureOut">
              <a:rPr lang="en-US" smtClean="0"/>
              <a:t>2/22/23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6AA13-4519-3848-95F4-020E06416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6C286-502E-214B-87D5-41ED6AABE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2D0FC-0D1A-0347-8412-A1E6DDE9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579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12" Type="http://schemas.openxmlformats.org/officeDocument/2006/relationships/image" Target="../media/image6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image" Target="../media/image11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10.sv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26FD6E8-E9F2-8342-8CC5-263DD951BF5F}"/>
              </a:ext>
            </a:extLst>
          </p:cNvPr>
          <p:cNvGrpSpPr/>
          <p:nvPr/>
        </p:nvGrpSpPr>
        <p:grpSpPr>
          <a:xfrm>
            <a:off x="4764168" y="1493800"/>
            <a:ext cx="6161461" cy="4107641"/>
            <a:chOff x="4764168" y="1493800"/>
            <a:chExt cx="6161461" cy="4107641"/>
          </a:xfrm>
          <a:solidFill>
            <a:srgbClr val="4937FF"/>
          </a:solidFill>
        </p:grpSpPr>
        <p:graphicFrame>
          <p:nvGraphicFramePr>
            <p:cNvPr id="4" name="Diagram 3">
              <a:extLst>
                <a:ext uri="{FF2B5EF4-FFF2-40B4-BE49-F238E27FC236}">
                  <a16:creationId xmlns:a16="http://schemas.microsoft.com/office/drawing/2014/main" id="{A66ED95D-A89A-9942-BA1B-7A77C80CA7B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23484454"/>
                </p:ext>
              </p:extLst>
            </p:nvPr>
          </p:nvGraphicFramePr>
          <p:xfrm>
            <a:off x="4764168" y="1493800"/>
            <a:ext cx="6161461" cy="410764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6" name="Graphic 5" descr="Cow outline">
              <a:extLst>
                <a:ext uri="{FF2B5EF4-FFF2-40B4-BE49-F238E27FC236}">
                  <a16:creationId xmlns:a16="http://schemas.microsoft.com/office/drawing/2014/main" id="{99CD7A7F-CC8F-2B46-8D8B-CF7ED7777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679542" y="1913329"/>
              <a:ext cx="1313543" cy="1313543"/>
            </a:xfrm>
            <a:prstGeom prst="rect">
              <a:avLst/>
            </a:prstGeom>
          </p:spPr>
        </p:pic>
        <p:pic>
          <p:nvPicPr>
            <p:cNvPr id="7" name="Graphic 6" descr="Lion outline">
              <a:extLst>
                <a:ext uri="{FF2B5EF4-FFF2-40B4-BE49-F238E27FC236}">
                  <a16:creationId xmlns:a16="http://schemas.microsoft.com/office/drawing/2014/main" id="{333DFB5E-DD26-234E-ACC2-938B49329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88126" y="4287898"/>
              <a:ext cx="1313543" cy="1313543"/>
            </a:xfrm>
            <a:prstGeom prst="rect">
              <a:avLst/>
            </a:prstGeom>
          </p:spPr>
        </p:pic>
        <p:pic>
          <p:nvPicPr>
            <p:cNvPr id="9" name="Graphic 8" descr="Group of men outline">
              <a:extLst>
                <a:ext uri="{FF2B5EF4-FFF2-40B4-BE49-F238E27FC236}">
                  <a16:creationId xmlns:a16="http://schemas.microsoft.com/office/drawing/2014/main" id="{6A092C65-700F-3B4C-A98C-0119F05DB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874583" y="1913330"/>
              <a:ext cx="1313543" cy="13135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5525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B5CEE35-4352-8D45-8C71-330B09DAAACC}"/>
              </a:ext>
            </a:extLst>
          </p:cNvPr>
          <p:cNvGrpSpPr/>
          <p:nvPr/>
        </p:nvGrpSpPr>
        <p:grpSpPr>
          <a:xfrm>
            <a:off x="4764168" y="1493800"/>
            <a:ext cx="6161461" cy="4107641"/>
            <a:chOff x="4764168" y="1493800"/>
            <a:chExt cx="6161461" cy="4107641"/>
          </a:xfrm>
          <a:solidFill>
            <a:srgbClr val="4937FF"/>
          </a:solidFill>
        </p:grpSpPr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FA690F96-9987-3D48-ABA7-13689AB62CC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5517656"/>
                </p:ext>
              </p:extLst>
            </p:nvPr>
          </p:nvGraphicFramePr>
          <p:xfrm>
            <a:off x="4764168" y="1493800"/>
            <a:ext cx="6161461" cy="410764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6" name="Graphic 5" descr="Cow outline">
              <a:extLst>
                <a:ext uri="{FF2B5EF4-FFF2-40B4-BE49-F238E27FC236}">
                  <a16:creationId xmlns:a16="http://schemas.microsoft.com/office/drawing/2014/main" id="{264284DA-1376-9047-A9F1-716C03B51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679542" y="1913329"/>
              <a:ext cx="1313543" cy="1313543"/>
            </a:xfrm>
            <a:prstGeom prst="rect">
              <a:avLst/>
            </a:prstGeom>
          </p:spPr>
        </p:pic>
        <p:pic>
          <p:nvPicPr>
            <p:cNvPr id="7" name="Graphic 6" descr="Lion outline">
              <a:extLst>
                <a:ext uri="{FF2B5EF4-FFF2-40B4-BE49-F238E27FC236}">
                  <a16:creationId xmlns:a16="http://schemas.microsoft.com/office/drawing/2014/main" id="{1AC4E751-5139-9840-AD69-AE4CCC124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88126" y="4287898"/>
              <a:ext cx="1313543" cy="1313543"/>
            </a:xfrm>
            <a:prstGeom prst="rect">
              <a:avLst/>
            </a:prstGeom>
          </p:spPr>
        </p:pic>
        <p:pic>
          <p:nvPicPr>
            <p:cNvPr id="8" name="Graphic 7" descr="Group of men outline">
              <a:extLst>
                <a:ext uri="{FF2B5EF4-FFF2-40B4-BE49-F238E27FC236}">
                  <a16:creationId xmlns:a16="http://schemas.microsoft.com/office/drawing/2014/main" id="{7EF99D0E-E8A2-DB49-A128-D51B2B9BD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874583" y="1913330"/>
              <a:ext cx="1313543" cy="13135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059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Orrick, Kaggie</dc:creator>
  <cp:lastModifiedBy>Orrick, Kaggie</cp:lastModifiedBy>
  <cp:revision>4</cp:revision>
  <dcterms:created xsi:type="dcterms:W3CDTF">2023-02-20T19:50:47Z</dcterms:created>
  <dcterms:modified xsi:type="dcterms:W3CDTF">2023-02-22T21:18:21Z</dcterms:modified>
</cp:coreProperties>
</file>